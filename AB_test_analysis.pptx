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56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A/B 测试分析作品集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B9BD5"/>
                </a:solidFill>
              </a:defRPr>
            </a:pPr>
            <a:r>
              <a:t>功能点击率提升效果评估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吴江虎 | 江西财经大学 应用统计硕士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AACC"/>
                </a:solidFill>
              </a:defRPr>
            </a:pPr>
            <a:r>
              <a:t>Python | SciPy | StatsModels | Matplotlib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E75B6"/>
                </a:solidFill>
              </a:defRPr>
            </a:pPr>
            <a:r>
              <a:t>https://github.com/luffff/A-B-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1463040"/>
            <a:ext cx="4572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813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</a:defRPr>
            </a:pPr>
            <a:r>
              <a:t>项目背景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4572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121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</a:defRPr>
            </a:pPr>
            <a:r>
              <a:t>数据概况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743200"/>
            <a:ext cx="4572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61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7614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</a:defRPr>
            </a:pPr>
            <a:r>
              <a:t>核心指标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383279"/>
            <a:ext cx="4572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0156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</a:defRPr>
            </a:pPr>
            <a:r>
              <a:t>统计检验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023360"/>
            <a:ext cx="4572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0416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0416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</a:defRPr>
            </a:pPr>
            <a:r>
              <a:t>效应量与功效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663440"/>
            <a:ext cx="4572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681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6817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</a:defRPr>
            </a:pPr>
            <a:r>
              <a:t>分层分析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303519"/>
            <a:ext cx="4572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3218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32180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</a:defRPr>
            </a:pPr>
            <a:r>
              <a:t>结论与建议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5943599"/>
            <a:ext cx="4572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9618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96188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2E"/>
                </a:solidFill>
              </a:defRPr>
            </a:pPr>
            <a:r>
              <a:t>技术栈与方法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1. 项目背景与目标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某产品团队重新设计了核心功能按钮，开展 A/B 测试验证新版本能否提升点击率。核心指标为 CTR。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320040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3200400"/>
            <a:ext cx="32004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H0 原假设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</a:defRPr>
            </a:pPr>
            <a:r>
              <a:t>新版本没有提升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3200400"/>
            <a:ext cx="320040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32004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H1 备择假设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02336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</a:defRPr>
            </a:pPr>
            <a:r>
              <a:t>新版本有提升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3200400"/>
            <a:ext cx="3200400" cy="25603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63840" y="3200400"/>
            <a:ext cx="32004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决策目标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60"/>
            <a:ext cx="2834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</a:defRPr>
            </a:pPr>
            <a:r>
              <a:t>判断是否全量上线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2. 数据概况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数据来源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模拟A/B实验网站日志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用户总量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120,000人 (对照6万/实验6万)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核心字段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user_id, group, views, clicks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核心指标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CTR = clicks / views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实验设计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随机分组，组间均衡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2516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数据状态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已完成清洗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3. 核心指标：点击率对比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51760" cy="3200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Control 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</a:defRPr>
            </a:pPr>
            <a:r>
              <a:t>3.47%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651760" cy="3200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Test 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7AE60"/>
                </a:solidFill>
              </a:defRPr>
            </a:pPr>
            <a:r>
              <a:t>3.85%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2651760" cy="3200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相对提升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7AE60"/>
                </a:solidFill>
              </a:defRPr>
            </a:pPr>
            <a:r>
              <a:t>11.05%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645920"/>
            <a:ext cx="2651760" cy="3200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7260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绝对提升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2286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7AE60"/>
                </a:solidFill>
              </a:defRPr>
            </a:pPr>
            <a:r>
              <a:t>+0.38%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约30万浏览中净增约1300次点击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4. 统计假设检验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四种方法交叉验证结论稳健性：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03120"/>
            <a:ext cx="269748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69748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双比例 Z 检验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</a:defRPr>
            </a:pPr>
            <a:r>
              <a:t>Z=7.89\np&lt;0.001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大样本标准方法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103120"/>
            <a:ext cx="269748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2103120"/>
            <a:ext cx="269748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21488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Welch T 检验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0175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</a:defRPr>
            </a:pPr>
            <a:r>
              <a:t>T=8.05\np&lt;0.001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2976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连续型数据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103120"/>
            <a:ext cx="269748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69748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21488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Mann-Whitney 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175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</a:defRPr>
            </a:pPr>
            <a:r>
              <a:t>U=1.83e9\np&lt;0.001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分布无关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2103120"/>
            <a:ext cx="269748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98280" y="2103120"/>
            <a:ext cx="2697480" cy="731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20" y="214884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95%置信区间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01752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7AE60"/>
                </a:solidFill>
              </a:defRPr>
            </a:pPr>
            <a:r>
              <a:t>[0.29%,0.48%]\n不含0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429768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量化效应范围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09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</a:defRPr>
            </a:pPr>
            <a:r>
              <a:t>结论：四种方法一致显著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5. 效应量与统计功效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5486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效应量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Cohen's h = 0.0204 (效应极小)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Cohen's d = 0.0465 (效应极小)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02920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0292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事后功效分析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统计功效：94.24%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</a:defRPr>
            </a:pPr>
            <a:r>
              <a:t>如何理解“效应量极小但显著”？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</a:defRPr>
            </a:pPr>
            <a:r>
              <a:t>效应量看“幅度大小”，显著性看“是否真实存在”。大样本下小差异也能被检测。95%CI下限0.29%，保守估计新版仍向上。11%相对提升在业务上具有实际价值。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6. 分层分析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按活跃度分层验证效果一致性：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分层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Control CTR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Test CTR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绝对提升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相对提升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显著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低频(小于5次)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1.45%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1.89%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+0.44%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+30.6%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中频(5-15次)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2.90%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3.20%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+0.30%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+10.3%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高频(大于15次)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4.80%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5.16%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+0.36%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+7.5%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A1A2E"/>
                          </a:solidFill>
                        </a:defRPr>
                      </a:pPr>
                      <a:r>
                        <a:t>是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</a:defRPr>
            </a:pPr>
            <a:r>
              <a:t>结论：所有层级效果一致，低频用户提升最大（30.6%）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7. 结论与业务建议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核心发现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CTR: 3.85% vs 3.47% (+11%)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四种检验全部显著 (p&lt;0.001)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95%CI [0.29%, 0.48%]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各分层效果一致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统计功效 94.24%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净增约1300次点击/30万浏览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50292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1417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业务建议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1. 全量上线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9260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将新版发布至所有用户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2. 持续监测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0623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追踪下游转化指标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4632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3. 分段优化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48640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针对特定群体迭代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12647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4. 评估新奇效应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76655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延长实验期观察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8. 技术栈与方法论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分析工具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Pandas 和 NumPy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SciPy 和 StatsModels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Matplotlib 和 Seaborn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Jupyter Notebook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029200" cy="4572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5029200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508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统计方法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双比例 Z 检验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Welch T 检验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Mann-Whitney U 检验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976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Cohen h/d 效应量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937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</a:defRPr>
            </a:pPr>
            <a:r>
              <a:t>95%置信区间 + 功效分析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感谢阅读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B9BD5"/>
                </a:solidFill>
              </a:defRPr>
            </a:pPr>
            <a:r>
              <a:t>A/B 测试分析作品集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566160"/>
            <a:ext cx="4572000" cy="3657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AACC"/>
                </a:solidFill>
              </a:defRPr>
            </a:pPr>
            <a:r>
              <a:t>github.com/luffff/A-B-</a:t>
            </a:r>
            <a:br/>
            <a:r>
              <a:t>吴江虎 | 江西财经大学 应用统计硕士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414</Words>
  <Application>Microsoft Office PowerPoint</Application>
  <PresentationFormat>宽屏</PresentationFormat>
  <Paragraphs>138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吴江虎</dc:creator>
  <cp:keywords/>
  <dc:description>generated using python-pptx</dc:description>
  <cp:lastModifiedBy>江虎 吴</cp:lastModifiedBy>
  <cp:revision>1</cp:revision>
  <dcterms:created xsi:type="dcterms:W3CDTF">2013-01-27T09:14:16Z</dcterms:created>
  <dcterms:modified xsi:type="dcterms:W3CDTF">2026-07-02T04:37:23Z</dcterms:modified>
  <cp:category/>
</cp:coreProperties>
</file>